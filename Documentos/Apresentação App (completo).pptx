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3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0013" y="484479"/>
            <a:ext cx="6911974" cy="2954655"/>
          </a:xfrm>
        </p:spPr>
        <p:txBody>
          <a:bodyPr anchor="b">
            <a:normAutofit/>
          </a:bodyPr>
          <a:lstStyle>
            <a:lvl1pPr algn="ctr">
              <a:defRPr sz="5600" spc="-1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0013" y="3799133"/>
            <a:ext cx="6911974" cy="1969841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2395C5C9-164C-46B3-A87E-7660D39D3106}" type="datetime2">
              <a:rPr lang="en-US" smtClean="0"/>
              <a:t>Wednesday, October 14, 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581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00" y="2541600"/>
            <a:ext cx="10728325" cy="3227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4DDCFF8A-AAF8-4A12-8A91-9CA0EAF6CBB9}" type="datetime2">
              <a:rPr lang="en-US" smtClean="0"/>
              <a:t>Wednesday, October 14, 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045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6" cy="2879724"/>
          </a:xfr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910" y="3858924"/>
            <a:ext cx="10728326" cy="1919076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ABCC25C3-021A-4B0B-8F70-0C181FE1CF45}" type="datetime2">
              <a:rPr lang="en-US" smtClean="0"/>
              <a:t>Wednesday, October 14, 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737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0000" y="2541600"/>
            <a:ext cx="5003800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8400" y="2541600"/>
            <a:ext cx="5003801" cy="3234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0C23D88D-8CEC-4ED9-A53B-5596187D9A16}" type="datetime2">
              <a:rPr lang="en-US" smtClean="0"/>
              <a:t>Wednesday, October 14, 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583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5" cy="673005"/>
          </a:xfrm>
        </p:spPr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1840698"/>
            <a:ext cx="5015638" cy="565796"/>
          </a:xfrm>
        </p:spPr>
        <p:txBody>
          <a:bodyPr wrap="square" anchor="b">
            <a:normAutofit/>
          </a:bodyPr>
          <a:lstStyle>
            <a:lvl1pPr marL="0" indent="0">
              <a:lnSpc>
                <a:spcPct val="120000"/>
              </a:lnSpc>
              <a:buNone/>
              <a:defRPr sz="16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0000" y="2541600"/>
            <a:ext cx="5003801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400" y="1840698"/>
            <a:ext cx="5015638" cy="565796"/>
          </a:xfrm>
        </p:spPr>
        <p:txBody>
          <a:bodyPr anchor="b">
            <a:normAutofit/>
          </a:bodyPr>
          <a:lstStyle>
            <a:lvl1pPr marL="0" indent="0">
              <a:lnSpc>
                <a:spcPct val="120000"/>
              </a:lnSpc>
              <a:buNone/>
              <a:defRPr sz="16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400" y="2541600"/>
            <a:ext cx="5003800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D2CCD382-DFDA-4722-A27A-59C21AD112F2}" type="datetime2">
              <a:rPr lang="en-US" smtClean="0"/>
              <a:t>Wednesday, October 14, 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445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22F2A30D-1C09-413F-AAB1-38F366000715}" type="datetime2">
              <a:rPr lang="en-US" smtClean="0"/>
              <a:t>Wednesday, October 14, 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035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6DB82B9C-D65E-4F64-95C3-B10F3B00F0D9}" type="datetime2">
              <a:rPr lang="en-US" smtClean="0"/>
              <a:t>Wednesday, October 14, 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208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3107463" cy="1477328"/>
          </a:xfrm>
        </p:spPr>
        <p:txBody>
          <a:bodyPr anchor="t" anchorCtr="0">
            <a:normAutofit/>
          </a:bodyPr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8188" y="584662"/>
            <a:ext cx="6911974" cy="518431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800"/>
            </a:lvl1pPr>
            <a:lvl2pPr marL="914400" indent="-457200"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0000" y="2541600"/>
            <a:ext cx="3107463" cy="323183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B7F5FDCC-6AAC-4A08-B9E0-3793AB5E64C3}" type="datetime2">
              <a:rPr lang="en-US" smtClean="0"/>
              <a:t>Wednesday, October 14, 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797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3095626" cy="1476000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8188" y="728664"/>
            <a:ext cx="6923812" cy="504031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0000" y="2541600"/>
            <a:ext cx="3095625" cy="32328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349FE94D-439C-40F1-900E-BC07940E3988}" type="datetime2">
              <a:rPr lang="en-US" smtClean="0"/>
              <a:t>Wednesday, October 14, 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01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20000" y="2636838"/>
            <a:ext cx="10728325" cy="31321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5B75179A-1E2B-41AB-B400-4F1B4022FAEE}" type="datetime2">
              <a:rPr lang="en-US" smtClean="0"/>
              <a:t>Wednesday, October 14, 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082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40486" y="720000"/>
            <a:ext cx="1477328" cy="5048975"/>
          </a:xfrm>
        </p:spPr>
        <p:txBody>
          <a:bodyPr vert="eaVert">
            <a:norm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1838" y="720000"/>
            <a:ext cx="8929614" cy="50489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05681D0F-6595-4F14-8EF3-954CD87C797B}" type="datetime2">
              <a:rPr lang="en-US" smtClean="0"/>
              <a:t>Wednesday, October 14, 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262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646535-AEF6-4883-A4F9-EEC1F8B431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14773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2541600"/>
            <a:ext cx="10728325" cy="32273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l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8DEA2CF1-0EB2-4673-802D-3371233E4A77}" type="datetime2">
              <a:rPr lang="en-US" smtClean="0"/>
              <a:t>Wednesday, October 14, 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ctr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r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7391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56" r:id="rId6"/>
    <p:sldLayoutId id="2147483752" r:id="rId7"/>
    <p:sldLayoutId id="2147483753" r:id="rId8"/>
    <p:sldLayoutId id="2147483754" r:id="rId9"/>
    <p:sldLayoutId id="2147483755" r:id="rId10"/>
    <p:sldLayoutId id="214748375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4F3A7E8-6DA9-4C2B-ACC8-475F34DAEA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B21CDF0-4D24-4190-9285-9016C19C1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AA8E69-F544-4DB9-8B68-CA4153F85D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3773" y="579785"/>
            <a:ext cx="5015638" cy="2075012"/>
          </a:xfrm>
        </p:spPr>
        <p:txBody>
          <a:bodyPr>
            <a:normAutofit/>
          </a:bodyPr>
          <a:lstStyle/>
          <a:p>
            <a:r>
              <a:rPr lang="pt-BR" sz="4000" dirty="0"/>
              <a:t>Projeto de Aplicativo</a:t>
            </a:r>
            <a:br>
              <a:rPr lang="pt-BR" sz="4000" dirty="0"/>
            </a:br>
            <a:r>
              <a:rPr lang="pt-BR" sz="4000" dirty="0"/>
              <a:t>(Versão Completa)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C9AA14C-80A4-427C-A911-28CD20C56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7909203" y="317452"/>
            <a:ext cx="2117174" cy="588806"/>
            <a:chOff x="4549904" y="5078157"/>
            <a:chExt cx="3023338" cy="840818"/>
          </a:xfrm>
        </p:grpSpPr>
        <p:sp>
          <p:nvSpPr>
            <p:cNvPr id="21" name="Freeform 80">
              <a:extLst>
                <a:ext uri="{FF2B5EF4-FFF2-40B4-BE49-F238E27FC236}">
                  <a16:creationId xmlns:a16="http://schemas.microsoft.com/office/drawing/2014/main" id="{EF32CDAF-4619-4949-9516-1E042181EB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5690691" y="5352589"/>
              <a:ext cx="749228" cy="383544"/>
            </a:xfrm>
            <a:custGeom>
              <a:avLst/>
              <a:gdLst>
                <a:gd name="T0" fmla="*/ 53 w 66"/>
                <a:gd name="T1" fmla="*/ 33 h 34"/>
                <a:gd name="T2" fmla="*/ 39 w 66"/>
                <a:gd name="T3" fmla="*/ 33 h 34"/>
                <a:gd name="T4" fmla="*/ 21 w 66"/>
                <a:gd name="T5" fmla="*/ 33 h 34"/>
                <a:gd name="T6" fmla="*/ 12 w 66"/>
                <a:gd name="T7" fmla="*/ 32 h 34"/>
                <a:gd name="T8" fmla="*/ 3 w 66"/>
                <a:gd name="T9" fmla="*/ 28 h 34"/>
                <a:gd name="T10" fmla="*/ 0 w 66"/>
                <a:gd name="T11" fmla="*/ 21 h 34"/>
                <a:gd name="T12" fmla="*/ 0 w 66"/>
                <a:gd name="T13" fmla="*/ 16 h 34"/>
                <a:gd name="T14" fmla="*/ 3 w 66"/>
                <a:gd name="T15" fmla="*/ 7 h 34"/>
                <a:gd name="T16" fmla="*/ 11 w 66"/>
                <a:gd name="T17" fmla="*/ 3 h 34"/>
                <a:gd name="T18" fmla="*/ 23 w 66"/>
                <a:gd name="T19" fmla="*/ 2 h 34"/>
                <a:gd name="T20" fmla="*/ 43 w 66"/>
                <a:gd name="T21" fmla="*/ 0 h 34"/>
                <a:gd name="T22" fmla="*/ 48 w 66"/>
                <a:gd name="T23" fmla="*/ 0 h 34"/>
                <a:gd name="T24" fmla="*/ 62 w 66"/>
                <a:gd name="T25" fmla="*/ 4 h 34"/>
                <a:gd name="T26" fmla="*/ 66 w 66"/>
                <a:gd name="T27" fmla="*/ 13 h 34"/>
                <a:gd name="T28" fmla="*/ 66 w 66"/>
                <a:gd name="T29" fmla="*/ 20 h 34"/>
                <a:gd name="T30" fmla="*/ 62 w 66"/>
                <a:gd name="T31" fmla="*/ 29 h 34"/>
                <a:gd name="T32" fmla="*/ 53 w 66"/>
                <a:gd name="T33" fmla="*/ 3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6" h="34">
                  <a:moveTo>
                    <a:pt x="53" y="33"/>
                  </a:moveTo>
                  <a:cubicBezTo>
                    <a:pt x="47" y="33"/>
                    <a:pt x="53" y="34"/>
                    <a:pt x="39" y="33"/>
                  </a:cubicBezTo>
                  <a:cubicBezTo>
                    <a:pt x="24" y="33"/>
                    <a:pt x="21" y="33"/>
                    <a:pt x="21" y="33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7" y="31"/>
                    <a:pt x="4" y="30"/>
                    <a:pt x="3" y="28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0" y="19"/>
                    <a:pt x="0" y="16"/>
                  </a:cubicBezTo>
                  <a:cubicBezTo>
                    <a:pt x="0" y="13"/>
                    <a:pt x="1" y="10"/>
                    <a:pt x="3" y="7"/>
                  </a:cubicBezTo>
                  <a:cubicBezTo>
                    <a:pt x="4" y="5"/>
                    <a:pt x="7" y="3"/>
                    <a:pt x="11" y="3"/>
                  </a:cubicBezTo>
                  <a:cubicBezTo>
                    <a:pt x="16" y="2"/>
                    <a:pt x="20" y="2"/>
                    <a:pt x="23" y="2"/>
                  </a:cubicBezTo>
                  <a:cubicBezTo>
                    <a:pt x="32" y="1"/>
                    <a:pt x="37" y="0"/>
                    <a:pt x="43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4" y="1"/>
                    <a:pt x="59" y="3"/>
                    <a:pt x="62" y="4"/>
                  </a:cubicBezTo>
                  <a:cubicBezTo>
                    <a:pt x="65" y="6"/>
                    <a:pt x="66" y="9"/>
                    <a:pt x="66" y="13"/>
                  </a:cubicBezTo>
                  <a:cubicBezTo>
                    <a:pt x="66" y="15"/>
                    <a:pt x="66" y="17"/>
                    <a:pt x="66" y="20"/>
                  </a:cubicBezTo>
                  <a:cubicBezTo>
                    <a:pt x="65" y="23"/>
                    <a:pt x="64" y="26"/>
                    <a:pt x="62" y="29"/>
                  </a:cubicBezTo>
                  <a:cubicBezTo>
                    <a:pt x="60" y="31"/>
                    <a:pt x="57" y="32"/>
                    <a:pt x="53" y="3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22" name="Freeform 84">
              <a:extLst>
                <a:ext uri="{FF2B5EF4-FFF2-40B4-BE49-F238E27FC236}">
                  <a16:creationId xmlns:a16="http://schemas.microsoft.com/office/drawing/2014/main" id="{270C485D-6BA8-4BF7-B72C-2B14A43A66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6274527">
              <a:off x="6910134" y="5062687"/>
              <a:ext cx="647637" cy="678578"/>
            </a:xfrm>
            <a:custGeom>
              <a:avLst/>
              <a:gdLst>
                <a:gd name="T0" fmla="*/ 4 w 57"/>
                <a:gd name="T1" fmla="*/ 34 h 60"/>
                <a:gd name="T2" fmla="*/ 17 w 57"/>
                <a:gd name="T3" fmla="*/ 18 h 60"/>
                <a:gd name="T4" fmla="*/ 26 w 57"/>
                <a:gd name="T5" fmla="*/ 8 h 60"/>
                <a:gd name="T6" fmla="*/ 29 w 57"/>
                <a:gd name="T7" fmla="*/ 5 h 60"/>
                <a:gd name="T8" fmla="*/ 41 w 57"/>
                <a:gd name="T9" fmla="*/ 0 h 60"/>
                <a:gd name="T10" fmla="*/ 51 w 57"/>
                <a:gd name="T11" fmla="*/ 6 h 60"/>
                <a:gd name="T12" fmla="*/ 56 w 57"/>
                <a:gd name="T13" fmla="*/ 16 h 60"/>
                <a:gd name="T14" fmla="*/ 51 w 57"/>
                <a:gd name="T15" fmla="*/ 28 h 60"/>
                <a:gd name="T16" fmla="*/ 29 w 57"/>
                <a:gd name="T17" fmla="*/ 53 h 60"/>
                <a:gd name="T18" fmla="*/ 17 w 57"/>
                <a:gd name="T19" fmla="*/ 59 h 60"/>
                <a:gd name="T20" fmla="*/ 5 w 57"/>
                <a:gd name="T21" fmla="*/ 54 h 60"/>
                <a:gd name="T22" fmla="*/ 0 w 57"/>
                <a:gd name="T23" fmla="*/ 45 h 60"/>
                <a:gd name="T24" fmla="*/ 4 w 57"/>
                <a:gd name="T25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" h="60">
                  <a:moveTo>
                    <a:pt x="4" y="34"/>
                  </a:moveTo>
                  <a:cubicBezTo>
                    <a:pt x="5" y="33"/>
                    <a:pt x="17" y="18"/>
                    <a:pt x="17" y="18"/>
                  </a:cubicBezTo>
                  <a:cubicBezTo>
                    <a:pt x="21" y="14"/>
                    <a:pt x="24" y="10"/>
                    <a:pt x="26" y="8"/>
                  </a:cubicBezTo>
                  <a:cubicBezTo>
                    <a:pt x="29" y="5"/>
                    <a:pt x="29" y="5"/>
                    <a:pt x="29" y="5"/>
                  </a:cubicBezTo>
                  <a:cubicBezTo>
                    <a:pt x="34" y="2"/>
                    <a:pt x="38" y="0"/>
                    <a:pt x="41" y="0"/>
                  </a:cubicBezTo>
                  <a:cubicBezTo>
                    <a:pt x="44" y="1"/>
                    <a:pt x="47" y="2"/>
                    <a:pt x="51" y="6"/>
                  </a:cubicBezTo>
                  <a:cubicBezTo>
                    <a:pt x="55" y="10"/>
                    <a:pt x="57" y="13"/>
                    <a:pt x="56" y="16"/>
                  </a:cubicBezTo>
                  <a:cubicBezTo>
                    <a:pt x="56" y="19"/>
                    <a:pt x="54" y="23"/>
                    <a:pt x="51" y="28"/>
                  </a:cubicBezTo>
                  <a:cubicBezTo>
                    <a:pt x="51" y="28"/>
                    <a:pt x="33" y="48"/>
                    <a:pt x="29" y="53"/>
                  </a:cubicBezTo>
                  <a:cubicBezTo>
                    <a:pt x="25" y="57"/>
                    <a:pt x="21" y="59"/>
                    <a:pt x="17" y="59"/>
                  </a:cubicBezTo>
                  <a:cubicBezTo>
                    <a:pt x="13" y="60"/>
                    <a:pt x="9" y="58"/>
                    <a:pt x="5" y="54"/>
                  </a:cubicBezTo>
                  <a:cubicBezTo>
                    <a:pt x="2" y="51"/>
                    <a:pt x="0" y="48"/>
                    <a:pt x="0" y="45"/>
                  </a:cubicBezTo>
                  <a:cubicBezTo>
                    <a:pt x="0" y="42"/>
                    <a:pt x="2" y="38"/>
                    <a:pt x="4" y="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23" name="Freeform 87">
              <a:extLst>
                <a:ext uri="{FF2B5EF4-FFF2-40B4-BE49-F238E27FC236}">
                  <a16:creationId xmlns:a16="http://schemas.microsoft.com/office/drawing/2014/main" id="{79239B91-4327-43B3-AED5-CB9EC1653B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4430858">
              <a:off x="4571743" y="5071596"/>
              <a:ext cx="626472" cy="670149"/>
            </a:xfrm>
            <a:custGeom>
              <a:avLst/>
              <a:gdLst>
                <a:gd name="T0" fmla="*/ 0 w 55"/>
                <a:gd name="T1" fmla="*/ 17 h 59"/>
                <a:gd name="T2" fmla="*/ 1 w 55"/>
                <a:gd name="T3" fmla="*/ 11 h 59"/>
                <a:gd name="T4" fmla="*/ 4 w 55"/>
                <a:gd name="T5" fmla="*/ 6 h 59"/>
                <a:gd name="T6" fmla="*/ 7 w 55"/>
                <a:gd name="T7" fmla="*/ 4 h 59"/>
                <a:gd name="T8" fmla="*/ 14 w 55"/>
                <a:gd name="T9" fmla="*/ 0 h 59"/>
                <a:gd name="T10" fmla="*/ 23 w 55"/>
                <a:gd name="T11" fmla="*/ 3 h 59"/>
                <a:gd name="T12" fmla="*/ 31 w 55"/>
                <a:gd name="T13" fmla="*/ 11 h 59"/>
                <a:gd name="T14" fmla="*/ 38 w 55"/>
                <a:gd name="T15" fmla="*/ 20 h 59"/>
                <a:gd name="T16" fmla="*/ 48 w 55"/>
                <a:gd name="T17" fmla="*/ 31 h 59"/>
                <a:gd name="T18" fmla="*/ 55 w 55"/>
                <a:gd name="T19" fmla="*/ 43 h 59"/>
                <a:gd name="T20" fmla="*/ 49 w 55"/>
                <a:gd name="T21" fmla="*/ 55 h 59"/>
                <a:gd name="T22" fmla="*/ 38 w 55"/>
                <a:gd name="T23" fmla="*/ 59 h 59"/>
                <a:gd name="T24" fmla="*/ 33 w 55"/>
                <a:gd name="T25" fmla="*/ 58 h 59"/>
                <a:gd name="T26" fmla="*/ 26 w 55"/>
                <a:gd name="T27" fmla="*/ 53 h 59"/>
                <a:gd name="T28" fmla="*/ 5 w 55"/>
                <a:gd name="T29" fmla="*/ 27 h 59"/>
                <a:gd name="T30" fmla="*/ 0 w 55"/>
                <a:gd name="T31" fmla="*/ 1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5" h="59">
                  <a:moveTo>
                    <a:pt x="0" y="17"/>
                  </a:moveTo>
                  <a:cubicBezTo>
                    <a:pt x="0" y="14"/>
                    <a:pt x="0" y="12"/>
                    <a:pt x="1" y="11"/>
                  </a:cubicBezTo>
                  <a:cubicBezTo>
                    <a:pt x="2" y="9"/>
                    <a:pt x="3" y="8"/>
                    <a:pt x="4" y="6"/>
                  </a:cubicBezTo>
                  <a:cubicBezTo>
                    <a:pt x="6" y="5"/>
                    <a:pt x="7" y="4"/>
                    <a:pt x="7" y="4"/>
                  </a:cubicBezTo>
                  <a:cubicBezTo>
                    <a:pt x="9" y="2"/>
                    <a:pt x="12" y="1"/>
                    <a:pt x="14" y="0"/>
                  </a:cubicBezTo>
                  <a:cubicBezTo>
                    <a:pt x="17" y="0"/>
                    <a:pt x="20" y="1"/>
                    <a:pt x="23" y="3"/>
                  </a:cubicBezTo>
                  <a:cubicBezTo>
                    <a:pt x="26" y="4"/>
                    <a:pt x="29" y="7"/>
                    <a:pt x="31" y="11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48" y="31"/>
                    <a:pt x="48" y="31"/>
                    <a:pt x="48" y="31"/>
                  </a:cubicBezTo>
                  <a:cubicBezTo>
                    <a:pt x="52" y="36"/>
                    <a:pt x="54" y="40"/>
                    <a:pt x="55" y="43"/>
                  </a:cubicBezTo>
                  <a:cubicBezTo>
                    <a:pt x="55" y="47"/>
                    <a:pt x="54" y="52"/>
                    <a:pt x="49" y="55"/>
                  </a:cubicBezTo>
                  <a:cubicBezTo>
                    <a:pt x="45" y="58"/>
                    <a:pt x="41" y="59"/>
                    <a:pt x="38" y="59"/>
                  </a:cubicBezTo>
                  <a:cubicBezTo>
                    <a:pt x="37" y="59"/>
                    <a:pt x="35" y="59"/>
                    <a:pt x="33" y="58"/>
                  </a:cubicBezTo>
                  <a:cubicBezTo>
                    <a:pt x="31" y="57"/>
                    <a:pt x="29" y="55"/>
                    <a:pt x="26" y="53"/>
                  </a:cubicBezTo>
                  <a:cubicBezTo>
                    <a:pt x="23" y="50"/>
                    <a:pt x="5" y="27"/>
                    <a:pt x="5" y="27"/>
                  </a:cubicBezTo>
                  <a:cubicBezTo>
                    <a:pt x="2" y="23"/>
                    <a:pt x="0" y="19"/>
                    <a:pt x="0" y="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2FD01A0-E6FF-41CD-AEBD-279232B90D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7990093" y="5372723"/>
            <a:ext cx="2088038" cy="719230"/>
            <a:chOff x="4532666" y="505937"/>
            <a:chExt cx="2981730" cy="1027064"/>
          </a:xfrm>
        </p:grpSpPr>
        <p:sp>
          <p:nvSpPr>
            <p:cNvPr id="26" name="Freeform 78">
              <a:extLst>
                <a:ext uri="{FF2B5EF4-FFF2-40B4-BE49-F238E27FC236}">
                  <a16:creationId xmlns:a16="http://schemas.microsoft.com/office/drawing/2014/main" id="{811C6308-5554-4129-8881-A95AF512C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600114">
              <a:off x="4532666" y="754398"/>
              <a:ext cx="694205" cy="713383"/>
            </a:xfrm>
            <a:custGeom>
              <a:avLst/>
              <a:gdLst>
                <a:gd name="T0" fmla="*/ 32 w 58"/>
                <a:gd name="T1" fmla="*/ 56 h 60"/>
                <a:gd name="T2" fmla="*/ 24 w 58"/>
                <a:gd name="T3" fmla="*/ 48 h 60"/>
                <a:gd name="T4" fmla="*/ 14 w 58"/>
                <a:gd name="T5" fmla="*/ 36 h 60"/>
                <a:gd name="T6" fmla="*/ 7 w 58"/>
                <a:gd name="T7" fmla="*/ 29 h 60"/>
                <a:gd name="T8" fmla="*/ 1 w 58"/>
                <a:gd name="T9" fmla="*/ 17 h 60"/>
                <a:gd name="T10" fmla="*/ 7 w 58"/>
                <a:gd name="T11" fmla="*/ 4 h 60"/>
                <a:gd name="T12" fmla="*/ 17 w 58"/>
                <a:gd name="T13" fmla="*/ 1 h 60"/>
                <a:gd name="T14" fmla="*/ 29 w 58"/>
                <a:gd name="T15" fmla="*/ 6 h 60"/>
                <a:gd name="T16" fmla="*/ 31 w 58"/>
                <a:gd name="T17" fmla="*/ 8 h 60"/>
                <a:gd name="T18" fmla="*/ 38 w 58"/>
                <a:gd name="T19" fmla="*/ 15 h 60"/>
                <a:gd name="T20" fmla="*/ 44 w 58"/>
                <a:gd name="T21" fmla="*/ 22 h 60"/>
                <a:gd name="T22" fmla="*/ 54 w 58"/>
                <a:gd name="T23" fmla="*/ 33 h 60"/>
                <a:gd name="T24" fmla="*/ 58 w 58"/>
                <a:gd name="T25" fmla="*/ 44 h 60"/>
                <a:gd name="T26" fmla="*/ 53 w 58"/>
                <a:gd name="T27" fmla="*/ 54 h 60"/>
                <a:gd name="T28" fmla="*/ 42 w 58"/>
                <a:gd name="T29" fmla="*/ 60 h 60"/>
                <a:gd name="T30" fmla="*/ 32 w 58"/>
                <a:gd name="T31" fmla="*/ 56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8" h="60">
                  <a:moveTo>
                    <a:pt x="32" y="56"/>
                  </a:moveTo>
                  <a:cubicBezTo>
                    <a:pt x="30" y="54"/>
                    <a:pt x="31" y="55"/>
                    <a:pt x="24" y="48"/>
                  </a:cubicBezTo>
                  <a:cubicBezTo>
                    <a:pt x="17" y="40"/>
                    <a:pt x="14" y="36"/>
                    <a:pt x="14" y="36"/>
                  </a:cubicBezTo>
                  <a:cubicBezTo>
                    <a:pt x="8" y="30"/>
                    <a:pt x="14" y="37"/>
                    <a:pt x="7" y="29"/>
                  </a:cubicBezTo>
                  <a:cubicBezTo>
                    <a:pt x="3" y="24"/>
                    <a:pt x="1" y="20"/>
                    <a:pt x="1" y="17"/>
                  </a:cubicBezTo>
                  <a:cubicBezTo>
                    <a:pt x="0" y="13"/>
                    <a:pt x="3" y="9"/>
                    <a:pt x="7" y="4"/>
                  </a:cubicBezTo>
                  <a:cubicBezTo>
                    <a:pt x="10" y="2"/>
                    <a:pt x="13" y="0"/>
                    <a:pt x="17" y="1"/>
                  </a:cubicBezTo>
                  <a:cubicBezTo>
                    <a:pt x="21" y="1"/>
                    <a:pt x="25" y="3"/>
                    <a:pt x="29" y="6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3" y="11"/>
                    <a:pt x="37" y="15"/>
                    <a:pt x="38" y="15"/>
                  </a:cubicBezTo>
                  <a:cubicBezTo>
                    <a:pt x="42" y="20"/>
                    <a:pt x="40" y="18"/>
                    <a:pt x="44" y="22"/>
                  </a:cubicBezTo>
                  <a:cubicBezTo>
                    <a:pt x="51" y="29"/>
                    <a:pt x="50" y="29"/>
                    <a:pt x="54" y="33"/>
                  </a:cubicBezTo>
                  <a:cubicBezTo>
                    <a:pt x="57" y="37"/>
                    <a:pt x="58" y="40"/>
                    <a:pt x="58" y="44"/>
                  </a:cubicBezTo>
                  <a:cubicBezTo>
                    <a:pt x="58" y="47"/>
                    <a:pt x="56" y="50"/>
                    <a:pt x="53" y="54"/>
                  </a:cubicBezTo>
                  <a:cubicBezTo>
                    <a:pt x="49" y="58"/>
                    <a:pt x="45" y="60"/>
                    <a:pt x="42" y="60"/>
                  </a:cubicBezTo>
                  <a:cubicBezTo>
                    <a:pt x="39" y="60"/>
                    <a:pt x="36" y="59"/>
                    <a:pt x="32" y="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27" name="Freeform 79">
              <a:extLst>
                <a:ext uri="{FF2B5EF4-FFF2-40B4-BE49-F238E27FC236}">
                  <a16:creationId xmlns:a16="http://schemas.microsoft.com/office/drawing/2014/main" id="{C28F3A03-B53B-433E-8DF7-6B13336D0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600114">
              <a:off x="5791465" y="505937"/>
              <a:ext cx="587404" cy="943792"/>
            </a:xfrm>
            <a:custGeom>
              <a:avLst/>
              <a:gdLst>
                <a:gd name="T0" fmla="*/ 15 w 49"/>
                <a:gd name="T1" fmla="*/ 65 h 79"/>
                <a:gd name="T2" fmla="*/ 12 w 49"/>
                <a:gd name="T3" fmla="*/ 54 h 79"/>
                <a:gd name="T4" fmla="*/ 8 w 49"/>
                <a:gd name="T5" fmla="*/ 33 h 79"/>
                <a:gd name="T6" fmla="*/ 38 w 49"/>
                <a:gd name="T7" fmla="*/ 24 h 79"/>
                <a:gd name="T8" fmla="*/ 45 w 49"/>
                <a:gd name="T9" fmla="*/ 70 h 79"/>
                <a:gd name="T10" fmla="*/ 15 w 49"/>
                <a:gd name="T11" fmla="*/ 65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79">
                  <a:moveTo>
                    <a:pt x="15" y="65"/>
                  </a:moveTo>
                  <a:cubicBezTo>
                    <a:pt x="14" y="59"/>
                    <a:pt x="13" y="58"/>
                    <a:pt x="12" y="54"/>
                  </a:cubicBezTo>
                  <a:cubicBezTo>
                    <a:pt x="11" y="45"/>
                    <a:pt x="10" y="40"/>
                    <a:pt x="8" y="33"/>
                  </a:cubicBezTo>
                  <a:cubicBezTo>
                    <a:pt x="0" y="9"/>
                    <a:pt x="34" y="0"/>
                    <a:pt x="38" y="24"/>
                  </a:cubicBezTo>
                  <a:cubicBezTo>
                    <a:pt x="43" y="43"/>
                    <a:pt x="49" y="60"/>
                    <a:pt x="45" y="70"/>
                  </a:cubicBezTo>
                  <a:cubicBezTo>
                    <a:pt x="38" y="77"/>
                    <a:pt x="19" y="79"/>
                    <a:pt x="15" y="6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28" name="Freeform 85">
              <a:extLst>
                <a:ext uri="{FF2B5EF4-FFF2-40B4-BE49-F238E27FC236}">
                  <a16:creationId xmlns:a16="http://schemas.microsoft.com/office/drawing/2014/main" id="{E990BBBC-E616-4D0E-9917-A6CA72AAEA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600114">
              <a:off x="7087193" y="757585"/>
              <a:ext cx="427203" cy="775416"/>
            </a:xfrm>
            <a:custGeom>
              <a:avLst/>
              <a:gdLst>
                <a:gd name="T0" fmla="*/ 36 w 36"/>
                <a:gd name="T1" fmla="*/ 15 h 65"/>
                <a:gd name="T2" fmla="*/ 34 w 36"/>
                <a:gd name="T3" fmla="*/ 5 h 65"/>
                <a:gd name="T4" fmla="*/ 28 w 36"/>
                <a:gd name="T5" fmla="*/ 1 h 65"/>
                <a:gd name="T6" fmla="*/ 23 w 36"/>
                <a:gd name="T7" fmla="*/ 0 h 65"/>
                <a:gd name="T8" fmla="*/ 13 w 36"/>
                <a:gd name="T9" fmla="*/ 1 h 65"/>
                <a:gd name="T10" fmla="*/ 7 w 36"/>
                <a:gd name="T11" fmla="*/ 9 h 65"/>
                <a:gd name="T12" fmla="*/ 4 w 36"/>
                <a:gd name="T13" fmla="*/ 19 h 65"/>
                <a:gd name="T14" fmla="*/ 0 w 36"/>
                <a:gd name="T15" fmla="*/ 44 h 65"/>
                <a:gd name="T16" fmla="*/ 1 w 36"/>
                <a:gd name="T17" fmla="*/ 58 h 65"/>
                <a:gd name="T18" fmla="*/ 8 w 36"/>
                <a:gd name="T19" fmla="*/ 64 h 65"/>
                <a:gd name="T20" fmla="*/ 16 w 36"/>
                <a:gd name="T21" fmla="*/ 65 h 65"/>
                <a:gd name="T22" fmla="*/ 25 w 36"/>
                <a:gd name="T23" fmla="*/ 63 h 65"/>
                <a:gd name="T24" fmla="*/ 31 w 36"/>
                <a:gd name="T25" fmla="*/ 55 h 65"/>
                <a:gd name="T26" fmla="*/ 34 w 36"/>
                <a:gd name="T27" fmla="*/ 40 h 65"/>
                <a:gd name="T28" fmla="*/ 36 w 36"/>
                <a:gd name="T29" fmla="*/ 1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6" h="65">
                  <a:moveTo>
                    <a:pt x="36" y="15"/>
                  </a:moveTo>
                  <a:cubicBezTo>
                    <a:pt x="36" y="10"/>
                    <a:pt x="35" y="7"/>
                    <a:pt x="34" y="5"/>
                  </a:cubicBezTo>
                  <a:cubicBezTo>
                    <a:pt x="33" y="3"/>
                    <a:pt x="31" y="2"/>
                    <a:pt x="28" y="1"/>
                  </a:cubicBezTo>
                  <a:cubicBezTo>
                    <a:pt x="27" y="1"/>
                    <a:pt x="25" y="1"/>
                    <a:pt x="23" y="0"/>
                  </a:cubicBezTo>
                  <a:cubicBezTo>
                    <a:pt x="19" y="0"/>
                    <a:pt x="16" y="0"/>
                    <a:pt x="13" y="1"/>
                  </a:cubicBezTo>
                  <a:cubicBezTo>
                    <a:pt x="11" y="2"/>
                    <a:pt x="9" y="4"/>
                    <a:pt x="7" y="9"/>
                  </a:cubicBezTo>
                  <a:cubicBezTo>
                    <a:pt x="6" y="13"/>
                    <a:pt x="5" y="17"/>
                    <a:pt x="4" y="19"/>
                  </a:cubicBezTo>
                  <a:cubicBezTo>
                    <a:pt x="2" y="29"/>
                    <a:pt x="0" y="44"/>
                    <a:pt x="0" y="44"/>
                  </a:cubicBezTo>
                  <a:cubicBezTo>
                    <a:pt x="0" y="50"/>
                    <a:pt x="0" y="55"/>
                    <a:pt x="1" y="58"/>
                  </a:cubicBezTo>
                  <a:cubicBezTo>
                    <a:pt x="2" y="61"/>
                    <a:pt x="5" y="63"/>
                    <a:pt x="8" y="64"/>
                  </a:cubicBezTo>
                  <a:cubicBezTo>
                    <a:pt x="11" y="65"/>
                    <a:pt x="13" y="65"/>
                    <a:pt x="16" y="65"/>
                  </a:cubicBezTo>
                  <a:cubicBezTo>
                    <a:pt x="19" y="65"/>
                    <a:pt x="22" y="64"/>
                    <a:pt x="25" y="63"/>
                  </a:cubicBezTo>
                  <a:cubicBezTo>
                    <a:pt x="28" y="61"/>
                    <a:pt x="30" y="59"/>
                    <a:pt x="31" y="55"/>
                  </a:cubicBezTo>
                  <a:cubicBezTo>
                    <a:pt x="32" y="50"/>
                    <a:pt x="31" y="54"/>
                    <a:pt x="34" y="40"/>
                  </a:cubicBezTo>
                  <a:lnTo>
                    <a:pt x="36" y="1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3FC47A3-818F-4818-98A6-95C0389949A8}"/>
              </a:ext>
            </a:extLst>
          </p:cNvPr>
          <p:cNvSpPr txBox="1"/>
          <p:nvPr/>
        </p:nvSpPr>
        <p:spPr>
          <a:xfrm>
            <a:off x="839407" y="4183661"/>
            <a:ext cx="222269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rgbClr val="FF3399"/>
                </a:solidFill>
                <a:latin typeface="Bahnschrift SemiBold SemiConden" panose="020B0502040204020203" pitchFamily="34" charset="0"/>
              </a:rPr>
              <a:t>while </a:t>
            </a:r>
            <a:r>
              <a:rPr lang="pt-BR" sz="2000" b="1" dirty="0">
                <a:latin typeface="Bahnschrift SemiBold SemiConden" panose="020B0502040204020203" pitchFamily="34" charset="0"/>
              </a:rPr>
              <a:t>(</a:t>
            </a:r>
            <a:r>
              <a:rPr lang="pt-BR" sz="2000" b="1" dirty="0">
                <a:solidFill>
                  <a:schemeClr val="accent6"/>
                </a:solidFill>
                <a:latin typeface="Bahnschrift SemiBold SemiConden" panose="020B0502040204020203" pitchFamily="34" charset="0"/>
              </a:rPr>
              <a:t>alive</a:t>
            </a:r>
            <a:r>
              <a:rPr lang="pt-BR" sz="2000" b="1" dirty="0">
                <a:latin typeface="Bahnschrift SemiBold SemiConden" panose="020B0502040204020203" pitchFamily="34" charset="0"/>
              </a:rPr>
              <a:t>) {</a:t>
            </a:r>
          </a:p>
          <a:p>
            <a:r>
              <a:rPr lang="pt-BR" sz="2000" b="1" dirty="0">
                <a:latin typeface="Bahnschrift SemiBold SemiConden" panose="020B0502040204020203" pitchFamily="34" charset="0"/>
              </a:rPr>
              <a:t>       </a:t>
            </a:r>
            <a:r>
              <a:rPr lang="pt-BR" sz="2000" b="1" dirty="0">
                <a:solidFill>
                  <a:schemeClr val="accent6"/>
                </a:solidFill>
                <a:latin typeface="Bahnschrift SemiBold SemiConden" panose="020B0502040204020203" pitchFamily="34" charset="0"/>
              </a:rPr>
              <a:t>eat</a:t>
            </a:r>
            <a:r>
              <a:rPr lang="pt-BR" sz="2000" b="1" dirty="0">
                <a:latin typeface="Bahnschrift SemiBold SemiConden" panose="020B0502040204020203" pitchFamily="34" charset="0"/>
              </a:rPr>
              <a:t>(  );</a:t>
            </a:r>
          </a:p>
          <a:p>
            <a:r>
              <a:rPr lang="pt-BR" sz="2000" b="1" dirty="0">
                <a:latin typeface="Bahnschrift SemiBold SemiConden" panose="020B0502040204020203" pitchFamily="34" charset="0"/>
              </a:rPr>
              <a:t>       </a:t>
            </a:r>
            <a:r>
              <a:rPr lang="pt-BR" sz="2000" b="1" dirty="0">
                <a:solidFill>
                  <a:schemeClr val="accent6"/>
                </a:solidFill>
                <a:latin typeface="Bahnschrift SemiBold SemiConden" panose="020B0502040204020203" pitchFamily="34" charset="0"/>
              </a:rPr>
              <a:t>sleep</a:t>
            </a:r>
            <a:r>
              <a:rPr lang="pt-BR" sz="2000" b="1" dirty="0">
                <a:latin typeface="Bahnschrift SemiBold SemiConden" panose="020B0502040204020203" pitchFamily="34" charset="0"/>
              </a:rPr>
              <a:t>(  );</a:t>
            </a:r>
          </a:p>
          <a:p>
            <a:r>
              <a:rPr lang="pt-BR" sz="2000" b="1" dirty="0">
                <a:latin typeface="Bahnschrift SemiBold SemiConden" panose="020B0502040204020203" pitchFamily="34" charset="0"/>
              </a:rPr>
              <a:t>       </a:t>
            </a:r>
            <a:r>
              <a:rPr lang="pt-BR" sz="2000" b="1" dirty="0">
                <a:solidFill>
                  <a:schemeClr val="accent6"/>
                </a:solidFill>
                <a:latin typeface="Bahnschrift SemiBold SemiConden" panose="020B0502040204020203" pitchFamily="34" charset="0"/>
              </a:rPr>
              <a:t>code</a:t>
            </a:r>
            <a:r>
              <a:rPr lang="pt-BR" sz="2000" b="1" dirty="0">
                <a:latin typeface="Bahnschrift SemiBold SemiConden" panose="020B0502040204020203" pitchFamily="34" charset="0"/>
              </a:rPr>
              <a:t>(  );</a:t>
            </a:r>
          </a:p>
          <a:p>
            <a:r>
              <a:rPr lang="pt-BR" sz="2000" b="1" dirty="0">
                <a:latin typeface="Bahnschrift SemiBold SemiConden" panose="020B0502040204020203" pitchFamily="34" charset="0"/>
              </a:rPr>
              <a:t>       </a:t>
            </a:r>
            <a:r>
              <a:rPr lang="pt-BR" sz="2000" b="1" dirty="0">
                <a:solidFill>
                  <a:schemeClr val="accent6"/>
                </a:solidFill>
                <a:latin typeface="Bahnschrift SemiBold SemiConden" panose="020B0502040204020203" pitchFamily="34" charset="0"/>
              </a:rPr>
              <a:t>repeat</a:t>
            </a:r>
            <a:r>
              <a:rPr lang="pt-BR" sz="2000" b="1" dirty="0">
                <a:latin typeface="Bahnschrift SemiBold SemiConden" panose="020B0502040204020203" pitchFamily="34" charset="0"/>
              </a:rPr>
              <a:t>(  );</a:t>
            </a:r>
          </a:p>
          <a:p>
            <a:r>
              <a:rPr lang="pt-BR" sz="2000" b="1" dirty="0">
                <a:latin typeface="Bahnschrift SemiBold SemiConden" panose="020B0502040204020203" pitchFamily="34" charset="0"/>
              </a:rPr>
              <a:t>};</a:t>
            </a:r>
            <a:r>
              <a:rPr lang="pt-BR" sz="2000" b="1" dirty="0">
                <a:solidFill>
                  <a:srgbClr val="FF3399"/>
                </a:solidFill>
                <a:latin typeface="Bahnschrift SemiBold SemiConden" panose="020B0502040204020203" pitchFamily="34" charset="0"/>
              </a:rPr>
              <a:t>  </a:t>
            </a:r>
            <a:endParaRPr lang="pt-BR" b="1" dirty="0">
              <a:solidFill>
                <a:srgbClr val="FF3399"/>
              </a:solidFill>
              <a:latin typeface="Bahnschrift SemiBold SemiConden" panose="020B0502040204020203" pitchFamily="34" charset="0"/>
            </a:endParaRPr>
          </a:p>
        </p:txBody>
      </p:sp>
      <p:pic>
        <p:nvPicPr>
          <p:cNvPr id="1026" name="Picture 2" descr="Como deixar a tela do celular Android transparente com o Live Wallpaper |  Papel de parede | TechTudo">
            <a:extLst>
              <a:ext uri="{FF2B5EF4-FFF2-40B4-BE49-F238E27FC236}">
                <a16:creationId xmlns:a16="http://schemas.microsoft.com/office/drawing/2014/main" id="{ECD6606E-E8FC-4634-B3A3-B5F1A21ADF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03" r="18747"/>
          <a:stretch/>
        </p:blipFill>
        <p:spPr bwMode="auto">
          <a:xfrm>
            <a:off x="6578852" y="1082539"/>
            <a:ext cx="4773741" cy="414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9807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425D6-CABE-487C-8281-C9C4986C4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165" y="350361"/>
            <a:ext cx="10728322" cy="1477328"/>
          </a:xfrm>
        </p:spPr>
        <p:txBody>
          <a:bodyPr>
            <a:normAutofit/>
          </a:bodyPr>
          <a:lstStyle/>
          <a:p>
            <a:r>
              <a:rPr lang="pt-BR" sz="4400" dirty="0">
                <a:latin typeface="Bahnschrift SemiBold SemiConden" panose="020B0502040204020203" pitchFamily="34" charset="0"/>
              </a:rPr>
              <a:t>Splash- Icon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EB14D-6E00-46C4-AFB7-36DC8E465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9773" y="2413418"/>
            <a:ext cx="4926056" cy="3227375"/>
          </a:xfrm>
        </p:spPr>
        <p:txBody>
          <a:bodyPr/>
          <a:lstStyle/>
          <a:p>
            <a:r>
              <a:rPr lang="pt-BR" sz="2400" b="0" i="0" dirty="0">
                <a:solidFill>
                  <a:schemeClr val="tx2">
                    <a:lumMod val="90000"/>
                  </a:schemeClr>
                </a:solidFill>
                <a:effectLst/>
                <a:latin typeface="Coolvetica Rg" panose="020B0603030602020004" pitchFamily="34" charset="0"/>
              </a:rPr>
              <a:t>Tela de Splash. </a:t>
            </a:r>
          </a:p>
          <a:p>
            <a:r>
              <a:rPr lang="pt-BR" b="0" i="0" dirty="0">
                <a:solidFill>
                  <a:schemeClr val="tx2">
                    <a:lumMod val="90000"/>
                  </a:schemeClr>
                </a:solidFill>
                <a:effectLst/>
                <a:latin typeface="Coolvetica Rg" panose="020B0603030602020004" pitchFamily="34" charset="0"/>
              </a:rPr>
              <a:t>Logo quando o usuário abrir o aplicativo, aparecerá essa tela</a:t>
            </a:r>
            <a:endParaRPr lang="pt-BR" dirty="0">
              <a:solidFill>
                <a:schemeClr val="tx2">
                  <a:lumMod val="90000"/>
                </a:schemeClr>
              </a:solidFill>
              <a:latin typeface="Coolvetica Rg" panose="020B06030306020200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593DC5-2A8C-4F3A-BB03-611B81FD4F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082" b="97619" l="8466" r="80688">
                        <a14:foregroundMark x1="19577" y1="8673" x2="16402" y2="17347"/>
                        <a14:foregroundMark x1="16402" y1="17347" x2="17725" y2="28231"/>
                        <a14:foregroundMark x1="17725" y1="28231" x2="23810" y2="35884"/>
                        <a14:foregroundMark x1="23810" y1="35884" x2="36772" y2="42007"/>
                        <a14:foregroundMark x1="36772" y1="42007" x2="56878" y2="37075"/>
                        <a14:foregroundMark x1="56878" y1="37075" x2="59788" y2="27721"/>
                        <a14:foregroundMark x1="9524" y1="85884" x2="10582" y2="81122"/>
                        <a14:foregroundMark x1="19577" y1="93367" x2="56878" y2="93367"/>
                        <a14:foregroundMark x1="78836" y1="93367" x2="76984" y2="87415"/>
                        <a14:foregroundMark x1="79630" y1="89116" x2="79365" y2="74490"/>
                        <a14:foregroundMark x1="79101" y1="75850" x2="80159" y2="63776"/>
                        <a14:foregroundMark x1="79630" y1="64456" x2="80423" y2="39966"/>
                        <a14:foregroundMark x1="79894" y1="37755" x2="80159" y2="28061"/>
                        <a14:foregroundMark x1="80159" y1="26701" x2="79630" y2="39456"/>
                        <a14:foregroundMark x1="80952" y1="24660" x2="78307" y2="59694"/>
                        <a14:foregroundMark x1="78307" y1="59694" x2="76984" y2="60714"/>
                        <a14:foregroundMark x1="78042" y1="61395" x2="80159" y2="86224"/>
                        <a14:foregroundMark x1="9259" y1="85034" x2="10847" y2="93878"/>
                        <a14:foregroundMark x1="10847" y1="93878" x2="23016" y2="97279"/>
                        <a14:foregroundMark x1="23016" y1="97279" x2="52116" y2="97279"/>
                        <a14:foregroundMark x1="52116" y1="97279" x2="79365" y2="94558"/>
                        <a14:foregroundMark x1="79365" y1="94558" x2="79894" y2="92687"/>
                        <a14:foregroundMark x1="77513" y1="88605" x2="78571" y2="71088"/>
                        <a14:foregroundMark x1="78571" y1="71088" x2="78571" y2="87585"/>
                        <a14:foregroundMark x1="10053" y1="85034" x2="10847" y2="66837"/>
                        <a14:foregroundMark x1="10847" y1="66837" x2="10582" y2="80612"/>
                        <a14:foregroundMark x1="10582" y1="68027" x2="11640" y2="36905"/>
                        <a14:foregroundMark x1="11376" y1="57313" x2="14286" y2="74830"/>
                        <a14:foregroundMark x1="14286" y1="74830" x2="10847" y2="81633"/>
                        <a14:foregroundMark x1="11376" y1="85374" x2="11905" y2="64796"/>
                        <a14:foregroundMark x1="11905" y1="92687" x2="12434" y2="84354"/>
                        <a14:foregroundMark x1="9259" y1="92347" x2="8995" y2="88605"/>
                        <a14:foregroundMark x1="14021" y1="96939" x2="54497" y2="98810"/>
                        <a14:foregroundMark x1="54497" y1="98810" x2="68254" y2="98129"/>
                        <a14:foregroundMark x1="68254" y1="98129" x2="70106" y2="98129"/>
                        <a14:foregroundMark x1="58730" y1="96939" x2="16402" y2="96088"/>
                        <a14:foregroundMark x1="16402" y1="96088" x2="35979" y2="96088"/>
                        <a14:foregroundMark x1="12169" y1="55442" x2="12169" y2="48980"/>
                        <a14:foregroundMark x1="9788" y1="29762" x2="10053" y2="7143"/>
                        <a14:foregroundMark x1="10053" y1="7143" x2="8730" y2="18707"/>
                        <a14:foregroundMark x1="8730" y1="18707" x2="8466" y2="16156"/>
                        <a14:foregroundMark x1="11111" y1="32823" x2="13228" y2="13095"/>
                        <a14:foregroundMark x1="13228" y1="13095" x2="10847" y2="28061"/>
                        <a14:foregroundMark x1="11905" y1="13435" x2="10582" y2="14116"/>
                        <a14:foregroundMark x1="12434" y1="5952" x2="26455" y2="5782"/>
                        <a14:foregroundMark x1="26455" y1="5782" x2="26984" y2="5782"/>
                        <a14:foregroundMark x1="16402" y1="4932" x2="29894" y2="4082"/>
                        <a14:foregroundMark x1="29894" y1="4082" x2="56085" y2="6293"/>
                        <a14:foregroundMark x1="56085" y1="6293" x2="31481" y2="7823"/>
                        <a14:foregroundMark x1="77778" y1="45748" x2="79101" y2="15986"/>
                        <a14:backgroundMark x1="7937" y1="5102" x2="8730" y2="4082"/>
                        <a14:backgroundMark x1="6349" y1="5272" x2="11905" y2="1871"/>
                      </a14:backgroundRemoval>
                    </a14:imgEffect>
                  </a14:imgLayer>
                </a14:imgProps>
              </a:ext>
            </a:extLst>
          </a:blip>
          <a:srcRect l="6931" t="3024" r="18009" b="1671"/>
          <a:stretch/>
        </p:blipFill>
        <p:spPr>
          <a:xfrm>
            <a:off x="2088565" y="1357863"/>
            <a:ext cx="2702858" cy="5338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063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6D9CAF1-67FB-44AA-AEFF-7BDC76AB44A5}"/>
              </a:ext>
            </a:extLst>
          </p:cNvPr>
          <p:cNvSpPr txBox="1">
            <a:spLocks/>
          </p:cNvSpPr>
          <p:nvPr/>
        </p:nvSpPr>
        <p:spPr>
          <a:xfrm>
            <a:off x="158165" y="350361"/>
            <a:ext cx="10728322" cy="14773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400" dirty="0">
                <a:latin typeface="Bahnschrift SemiBold SemiConden" panose="020B0502040204020203" pitchFamily="34" charset="0"/>
              </a:rPr>
              <a:t>Presentation- page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02ABD25-DE2C-4878-BD3C-42B3004109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2326" y="2400539"/>
            <a:ext cx="4926056" cy="3227375"/>
          </a:xfrm>
        </p:spPr>
        <p:txBody>
          <a:bodyPr/>
          <a:lstStyle/>
          <a:p>
            <a:r>
              <a:rPr lang="pt-BR" sz="2400" b="0" i="0" dirty="0">
                <a:solidFill>
                  <a:schemeClr val="tx2">
                    <a:lumMod val="90000"/>
                  </a:schemeClr>
                </a:solidFill>
                <a:effectLst/>
                <a:latin typeface="Coolvetica Rg" panose="020B0603030602020004" pitchFamily="34" charset="0"/>
              </a:rPr>
              <a:t>Tela de Apresentação. </a:t>
            </a:r>
          </a:p>
          <a:p>
            <a:r>
              <a:rPr lang="pt-BR" b="0" i="0" dirty="0">
                <a:solidFill>
                  <a:schemeClr val="tx2">
                    <a:lumMod val="90000"/>
                  </a:schemeClr>
                </a:solidFill>
                <a:effectLst/>
                <a:latin typeface="Coolvetica Rg" panose="020B0603030602020004" pitchFamily="34" charset="0"/>
              </a:rPr>
              <a:t>A primeira tela que interage com o usuário. Se o usuário já possuir conta #TEAMTHIAGOALVES, basta clicar no botão "Entrar", senão, terá que criar uma conta clicando no botão "Registrar".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162551-3B78-4A6E-A5C6-12A52725D8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274" b="95385" l="7975" r="89877">
                        <a14:foregroundMark x1="35583" y1="37949" x2="20859" y2="25128"/>
                        <a14:foregroundMark x1="20859" y1="25128" x2="20552" y2="14188"/>
                        <a14:foregroundMark x1="20552" y1="14188" x2="38344" y2="16068"/>
                        <a14:foregroundMark x1="38344" y1="16068" x2="45092" y2="23932"/>
                        <a14:foregroundMark x1="45092" y1="23932" x2="70245" y2="21368"/>
                        <a14:foregroundMark x1="70245" y1="21368" x2="81288" y2="30598"/>
                        <a14:foregroundMark x1="81288" y1="30598" x2="58589" y2="32991"/>
                        <a14:foregroundMark x1="58589" y1="32991" x2="39877" y2="23761"/>
                        <a14:foregroundMark x1="39877" y1="23761" x2="54601" y2="13675"/>
                        <a14:foregroundMark x1="54601" y1="13675" x2="74847" y2="16923"/>
                        <a14:foregroundMark x1="74847" y1="16923" x2="76687" y2="26838"/>
                        <a14:foregroundMark x1="76687" y1="26838" x2="63497" y2="28376"/>
                        <a14:foregroundMark x1="18405" y1="5983" x2="42331" y2="5983"/>
                        <a14:foregroundMark x1="42331" y1="5983" x2="75153" y2="4615"/>
                        <a14:foregroundMark x1="75153" y1="4615" x2="80061" y2="4615"/>
                        <a14:foregroundMark x1="15031" y1="95385" x2="51534" y2="95556"/>
                        <a14:foregroundMark x1="51534" y1="95556" x2="67485" y2="95385"/>
                        <a14:foregroundMark x1="67485" y1="95385" x2="86503" y2="95385"/>
                        <a14:foregroundMark x1="90184" y1="94188" x2="90184" y2="94188"/>
                        <a14:foregroundMark x1="8589" y1="26838" x2="7975" y2="25983"/>
                        <a14:foregroundMark x1="7669" y1="29744" x2="7669" y2="29744"/>
                        <a14:foregroundMark x1="8589" y1="29402" x2="8589" y2="29402"/>
                        <a14:foregroundMark x1="8589" y1="28718" x2="8896" y2="32991"/>
                        <a14:foregroundMark x1="8896" y1="25812" x2="9202" y2="21709"/>
                        <a14:foregroundMark x1="10736" y1="17607" x2="10123" y2="2170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54190" y="1089025"/>
            <a:ext cx="3105583" cy="5572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852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6D9CAF1-67FB-44AA-AEFF-7BDC76AB44A5}"/>
              </a:ext>
            </a:extLst>
          </p:cNvPr>
          <p:cNvSpPr txBox="1">
            <a:spLocks/>
          </p:cNvSpPr>
          <p:nvPr/>
        </p:nvSpPr>
        <p:spPr>
          <a:xfrm>
            <a:off x="158165" y="350361"/>
            <a:ext cx="10728322" cy="14773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400" dirty="0">
                <a:latin typeface="Bahnschrift SemiBold SemiConden" panose="020B0502040204020203" pitchFamily="34" charset="0"/>
              </a:rPr>
              <a:t>Register- page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02ABD25-DE2C-4878-BD3C-42B3004109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2326" y="2400539"/>
            <a:ext cx="4926056" cy="3227375"/>
          </a:xfrm>
        </p:spPr>
        <p:txBody>
          <a:bodyPr/>
          <a:lstStyle/>
          <a:p>
            <a:r>
              <a:rPr lang="pt-BR" sz="2400" b="0" i="0" dirty="0">
                <a:solidFill>
                  <a:schemeClr val="tx2">
                    <a:lumMod val="90000"/>
                  </a:schemeClr>
                </a:solidFill>
                <a:effectLst/>
                <a:latin typeface="Coolvetica Rg" panose="020B0603030602020004" pitchFamily="34" charset="0"/>
              </a:rPr>
              <a:t>Tela de Registro. </a:t>
            </a:r>
          </a:p>
          <a:p>
            <a:r>
              <a:rPr lang="pt-BR" b="0" i="0" dirty="0">
                <a:solidFill>
                  <a:schemeClr val="tx2">
                    <a:lumMod val="90000"/>
                  </a:schemeClr>
                </a:solidFill>
                <a:effectLst/>
                <a:latin typeface="Coolvetica Rg" panose="020B0603030602020004" pitchFamily="34" charset="0"/>
              </a:rPr>
              <a:t>O Usuário será redirecionado para esta página se clicar no botão "Registrar" (Página de Apresentação). A Register- page permitirá ao usuário criar uma conta #TEAMTHIAGOALVES.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E0E129-392C-4E63-AE43-B00B78DBE9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901" b="95392" l="6949" r="90332">
                        <a14:foregroundMark x1="12387" y1="17235" x2="12387" y2="17235"/>
                        <a14:foregroundMark x1="14199" y1="13311" x2="14199" y2="13311"/>
                        <a14:foregroundMark x1="15106" y1="8020" x2="15106" y2="8020"/>
                        <a14:foregroundMark x1="47734" y1="6826" x2="47734" y2="6826"/>
                        <a14:foregroundMark x1="54381" y1="5461" x2="54381" y2="5461"/>
                        <a14:foregroundMark x1="32628" y1="81058" x2="32628" y2="81058"/>
                        <a14:foregroundMark x1="45015" y1="5461" x2="45015" y2="5461"/>
                        <a14:foregroundMark x1="22054" y1="77474" x2="24773" y2="87201"/>
                        <a14:foregroundMark x1="24773" y1="87201" x2="40785" y2="89932"/>
                        <a14:foregroundMark x1="40785" y1="89932" x2="56798" y2="90273"/>
                        <a14:foregroundMark x1="56798" y1="90273" x2="72508" y2="82765"/>
                        <a14:foregroundMark x1="72508" y1="82765" x2="74018" y2="79181"/>
                        <a14:foregroundMark x1="17221" y1="95222" x2="54985" y2="96246"/>
                        <a14:foregroundMark x1="54985" y1="96246" x2="72508" y2="96075"/>
                        <a14:foregroundMark x1="72508" y1="96075" x2="87915" y2="92833"/>
                        <a14:foregroundMark x1="87915" y1="92833" x2="85801" y2="9386"/>
                        <a14:foregroundMark x1="85801" y1="9386" x2="73414" y2="3413"/>
                        <a14:foregroundMark x1="73414" y1="3413" x2="23263" y2="4266"/>
                        <a14:foregroundMark x1="23263" y1="4266" x2="8459" y2="8874"/>
                        <a14:foregroundMark x1="8459" y1="8874" x2="6949" y2="28840"/>
                        <a14:foregroundMark x1="6949" y1="28840" x2="9366" y2="32935"/>
                        <a14:foregroundMark x1="12991" y1="95392" x2="46526" y2="98123"/>
                        <a14:foregroundMark x1="46526" y1="98123" x2="77644" y2="94881"/>
                        <a14:foregroundMark x1="77644" y1="94881" x2="80967" y2="94881"/>
                        <a14:foregroundMark x1="90030" y1="52048" x2="90030" y2="52048"/>
                        <a14:foregroundMark x1="89426" y1="10751" x2="90030" y2="70648"/>
                        <a14:foregroundMark x1="90634" y1="68942" x2="85801" y2="95563"/>
                        <a14:foregroundMark x1="50151" y1="6314" x2="67372" y2="6997"/>
                        <a14:foregroundMark x1="18127" y1="2901" x2="73414" y2="4437"/>
                        <a14:foregroundMark x1="16012" y1="8874" x2="26284" y2="8874"/>
                        <a14:foregroundMark x1="16012" y1="32423" x2="41994" y2="32935"/>
                        <a14:foregroundMark x1="16918" y1="45051" x2="27795" y2="45051"/>
                        <a14:foregroundMark x1="15106" y1="56655" x2="43807" y2="54266"/>
                        <a14:foregroundMark x1="32024" y1="67406" x2="45921" y2="68089"/>
                        <a14:foregroundMark x1="58308" y1="68430" x2="69789" y2="6808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54190" y="1101904"/>
            <a:ext cx="3153215" cy="5582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961761"/>
      </p:ext>
    </p:extLst>
  </p:cSld>
  <p:clrMapOvr>
    <a:masterClrMapping/>
  </p:clrMapOvr>
</p:sld>
</file>

<file path=ppt/theme/theme1.xml><?xml version="1.0" encoding="utf-8"?>
<a:theme xmlns:a="http://schemas.openxmlformats.org/drawingml/2006/main" name="BlobVTI">
  <a:themeElements>
    <a:clrScheme name="AnalogousFromRegularSeedRightStep">
      <a:dk1>
        <a:srgbClr val="000000"/>
      </a:dk1>
      <a:lt1>
        <a:srgbClr val="FFFFFF"/>
      </a:lt1>
      <a:dk2>
        <a:srgbClr val="3E3423"/>
      </a:dk2>
      <a:lt2>
        <a:srgbClr val="E2E6E8"/>
      </a:lt2>
      <a:accent1>
        <a:srgbClr val="C66B49"/>
      </a:accent1>
      <a:accent2>
        <a:srgbClr val="B58D38"/>
      </a:accent2>
      <a:accent3>
        <a:srgbClr val="9FAA3F"/>
      </a:accent3>
      <a:accent4>
        <a:srgbClr val="74B538"/>
      </a:accent4>
      <a:accent5>
        <a:srgbClr val="4CB844"/>
      </a:accent5>
      <a:accent6>
        <a:srgbClr val="38B564"/>
      </a:accent6>
      <a:hlink>
        <a:srgbClr val="398CAB"/>
      </a:hlink>
      <a:folHlink>
        <a:srgbClr val="7F7F7F"/>
      </a:folHlink>
    </a:clrScheme>
    <a:fontScheme name="Blob">
      <a:majorFont>
        <a:latin typeface="Rockwell Nova Light"/>
        <a:ea typeface=""/>
        <a:cs typeface=""/>
      </a:majorFont>
      <a:minorFont>
        <a:latin typeface="Avenir Next LT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bVTI" id="{06D3AACF-B619-4265-899F-5E2FB3A445D5}" vid="{F5918863-BA1A-4735-81A8-3E7BFBDA847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128</Words>
  <Application>Microsoft Office PowerPoint</Application>
  <PresentationFormat>Widescreen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Avenir Next LT Pro</vt:lpstr>
      <vt:lpstr>Bahnschrift SemiBold SemiConden</vt:lpstr>
      <vt:lpstr>Coolvetica Rg</vt:lpstr>
      <vt:lpstr>Rockwell Nova Light</vt:lpstr>
      <vt:lpstr>The Hand Extrablack</vt:lpstr>
      <vt:lpstr>BlobVTI</vt:lpstr>
      <vt:lpstr>Projeto de Aplicativo (Versão Completa)</vt:lpstr>
      <vt:lpstr>Splash- Icon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de Aplicativo (Versão Completa)</dc:title>
  <dc:creator>Guilherme</dc:creator>
  <cp:lastModifiedBy>Guilherme</cp:lastModifiedBy>
  <cp:revision>3</cp:revision>
  <dcterms:created xsi:type="dcterms:W3CDTF">2020-10-14T21:24:04Z</dcterms:created>
  <dcterms:modified xsi:type="dcterms:W3CDTF">2020-10-14T21:48:55Z</dcterms:modified>
</cp:coreProperties>
</file>